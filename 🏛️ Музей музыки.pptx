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56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03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09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54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07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27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78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960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64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7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2971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067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9448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51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03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0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1ECEB-36A2-4F2B-BA79-C46DECF32227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B273037-BFD9-45E0-A33A-11679817A8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17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  <p:sldLayoutId id="2147483867" r:id="rId14"/>
    <p:sldLayoutId id="2147483868" r:id="rId15"/>
    <p:sldLayoutId id="214748386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4919F-9714-47EA-9E51-31F170EA5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667" y="1"/>
            <a:ext cx="9144000" cy="1811866"/>
          </a:xfrm>
        </p:spPr>
        <p:txBody>
          <a:bodyPr>
            <a:normAutofit/>
          </a:bodyPr>
          <a:lstStyle/>
          <a:p>
            <a:pPr algn="l"/>
            <a:r>
              <a:rPr lang="ru-RU" b="1" dirty="0"/>
              <a:t>🏛️ Музей музыки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2C218F-9D7C-4F13-B51B-2F5262BA4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8600" y="5757333"/>
            <a:ext cx="3073398" cy="804333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Проект выполнил </a:t>
            </a:r>
            <a:r>
              <a:rPr lang="ru-RU" dirty="0" err="1"/>
              <a:t>Кагиев</a:t>
            </a:r>
            <a:r>
              <a:rPr lang="ru-RU" dirty="0"/>
              <a:t> А. 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15C8C5-B32F-4F8C-8D5C-4BC3792B2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4493"/>
            <a:ext cx="7809834" cy="368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89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F827B-EBD7-4072-9806-5507F32B8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89000"/>
            <a:ext cx="10353762" cy="691050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effectLst/>
              </a:rPr>
              <a:t>Зачем нужен «Музей музыки»?</a:t>
            </a:r>
            <a:br>
              <a:rPr lang="ru-RU" dirty="0">
                <a:effectLst/>
              </a:rPr>
            </a:b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80FB723-001D-487E-9336-7FAF94AA5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153539"/>
              </p:ext>
            </p:extLst>
          </p:nvPr>
        </p:nvGraphicFramePr>
        <p:xfrm>
          <a:off x="0" y="1638669"/>
          <a:ext cx="3920068" cy="2020329"/>
        </p:xfrm>
        <a:graphic>
          <a:graphicData uri="http://schemas.openxmlformats.org/drawingml/2006/table">
            <a:tbl>
              <a:tblPr/>
              <a:tblGrid>
                <a:gridCol w="1960034">
                  <a:extLst>
                    <a:ext uri="{9D8B030D-6E8A-4147-A177-3AD203B41FA5}">
                      <a16:colId xmlns:a16="http://schemas.microsoft.com/office/drawing/2014/main" val="4198150390"/>
                    </a:ext>
                  </a:extLst>
                </a:gridCol>
                <a:gridCol w="1960034">
                  <a:extLst>
                    <a:ext uri="{9D8B030D-6E8A-4147-A177-3AD203B41FA5}">
                      <a16:colId xmlns:a16="http://schemas.microsoft.com/office/drawing/2014/main" val="379106702"/>
                    </a:ext>
                  </a:extLst>
                </a:gridCol>
              </a:tblGrid>
              <a:tr h="496329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YS Geo"/>
                        </a:rPr>
                        <a:t>Проблема</a:t>
                      </a: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YS Geo"/>
                        </a:rPr>
                        <a:t>Решение</a:t>
                      </a: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905386"/>
                  </a:ext>
                </a:extLst>
              </a:tr>
              <a:tr h="1134467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Отсутствие удобного ресурса для знакомства с музыкальными жанрами</a:t>
                      </a: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Интерактивная платформа с примерами для каждого жанра</a:t>
                      </a: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39253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11C466-F339-47D3-BF7B-9549E47D5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067" y="1622383"/>
            <a:ext cx="8271933" cy="370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2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890611-2F8F-421B-AB62-7D314D50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 нужен «Музей музыки»?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0945864-8AF0-48A3-A0DB-B20F67B62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4801753"/>
              </p:ext>
            </p:extLst>
          </p:nvPr>
        </p:nvGraphicFramePr>
        <p:xfrm>
          <a:off x="0" y="3244851"/>
          <a:ext cx="4097868" cy="2529840"/>
        </p:xfrm>
        <a:graphic>
          <a:graphicData uri="http://schemas.openxmlformats.org/drawingml/2006/table">
            <a:tbl>
              <a:tblPr/>
              <a:tblGrid>
                <a:gridCol w="2048934">
                  <a:extLst>
                    <a:ext uri="{9D8B030D-6E8A-4147-A177-3AD203B41FA5}">
                      <a16:colId xmlns:a16="http://schemas.microsoft.com/office/drawing/2014/main" val="2234395501"/>
                    </a:ext>
                  </a:extLst>
                </a:gridCol>
                <a:gridCol w="2048934">
                  <a:extLst>
                    <a:ext uri="{9D8B030D-6E8A-4147-A177-3AD203B41FA5}">
                      <a16:colId xmlns:a16="http://schemas.microsoft.com/office/drawing/2014/main" val="1286418878"/>
                    </a:ext>
                  </a:extLst>
                </a:gridCol>
              </a:tblGrid>
              <a:tr h="417857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YS Geo"/>
                        </a:rPr>
                        <a:t>Проблема</a:t>
                      </a: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YS Geo"/>
                        </a:rPr>
                        <a:t>Решение</a:t>
                      </a: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280184"/>
                  </a:ext>
                </a:extLst>
              </a:tr>
              <a:tr h="417857"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97347"/>
                  </a:ext>
                </a:extLst>
              </a:tr>
              <a:tr h="1223724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Сложно найти короткие характерные примеры разных стилей</a:t>
                      </a: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Коллекция </a:t>
                      </a:r>
                      <a:r>
                        <a:rPr lang="ru-RU" dirty="0" err="1">
                          <a:effectLst/>
                        </a:rPr>
                        <a:t>аудиопримеров</a:t>
                      </a:r>
                      <a:r>
                        <a:rPr lang="ru-RU" dirty="0">
                          <a:effectLst/>
                        </a:rPr>
                        <a:t> по жанрам</a:t>
                      </a: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992652"/>
                  </a:ext>
                </a:extLst>
              </a:tr>
              <a:tr h="417857"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05869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D11680-1FA2-4004-BB36-BE9AEF715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868" y="3244851"/>
            <a:ext cx="8239010" cy="36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3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82153-C5A3-4718-A74B-0A6C6AA1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/>
              <a:t>Зачем нужен «Музей музыки»?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C925F93-F031-410C-9117-EF48751741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491641"/>
              </p:ext>
            </p:extLst>
          </p:nvPr>
        </p:nvGraphicFramePr>
        <p:xfrm>
          <a:off x="6765984" y="0"/>
          <a:ext cx="5426016" cy="2529840"/>
        </p:xfrm>
        <a:graphic>
          <a:graphicData uri="http://schemas.openxmlformats.org/drawingml/2006/table">
            <a:tbl>
              <a:tblPr/>
              <a:tblGrid>
                <a:gridCol w="2713008">
                  <a:extLst>
                    <a:ext uri="{9D8B030D-6E8A-4147-A177-3AD203B41FA5}">
                      <a16:colId xmlns:a16="http://schemas.microsoft.com/office/drawing/2014/main" val="4215224442"/>
                    </a:ext>
                  </a:extLst>
                </a:gridCol>
                <a:gridCol w="2713008">
                  <a:extLst>
                    <a:ext uri="{9D8B030D-6E8A-4147-A177-3AD203B41FA5}">
                      <a16:colId xmlns:a16="http://schemas.microsoft.com/office/drawing/2014/main" val="926609124"/>
                    </a:ext>
                  </a:extLst>
                </a:gridCol>
              </a:tblGrid>
              <a:tr h="380449">
                <a:tc>
                  <a:txBody>
                    <a:bodyPr/>
                    <a:lstStyle/>
                    <a:p>
                      <a:pPr algn="l"/>
                      <a:endParaRPr lang="ru-RU" b="0" dirty="0">
                        <a:effectLst/>
                        <a:latin typeface="YS Geo"/>
                      </a:endParaRP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b="0" dirty="0">
                        <a:effectLst/>
                        <a:latin typeface="YS Geo"/>
                      </a:endParaRP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874354"/>
                  </a:ext>
                </a:extLst>
              </a:tr>
              <a:tr h="380449"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effectLst/>
                      </a:endParaRP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991023"/>
                  </a:ext>
                </a:extLst>
              </a:tr>
              <a:tr h="380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effectLst/>
                          <a:latin typeface="YS Geo"/>
                        </a:rPr>
                        <a:t>Проблема</a:t>
                      </a: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effectLst/>
                          <a:latin typeface="YS Geo"/>
                        </a:rPr>
                        <a:t>Решение</a:t>
                      </a: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03601"/>
                  </a:ext>
                </a:extLst>
              </a:tr>
              <a:tr h="1114173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Нет возможности делиться собственной музыкой в контексте жанров</a:t>
                      </a:r>
                    </a:p>
                  </a:txBody>
                  <a:tcPr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Функция загрузки MP3‑файлов пользователями</a:t>
                      </a:r>
                    </a:p>
                  </a:txBody>
                  <a:tcPr marL="228600" marR="2286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65976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6D7CD7-6ED6-44DB-9B58-DFF40F614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9840"/>
            <a:ext cx="11499915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F6DCB-24E9-411E-9F11-77A0E9E2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 умеет приложение?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9E3EDA-3763-479B-9C46-260DB5431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08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🏠 Главная страница — знакомство с известными исполнителями и их хитами.</a:t>
            </a:r>
          </a:p>
          <a:p>
            <a:r>
              <a:rPr lang="ru-RU" dirty="0"/>
              <a:t>🎼 Страница жанров — описание и характеристики различных музыкальных направлений.</a:t>
            </a:r>
          </a:p>
          <a:p>
            <a:r>
              <a:rPr lang="ru-RU" dirty="0"/>
              <a:t>🎵 Прослушивание примеров — </a:t>
            </a:r>
            <a:r>
              <a:rPr lang="ru-RU" dirty="0" err="1"/>
              <a:t>аудиопримеры</a:t>
            </a:r>
            <a:r>
              <a:rPr lang="ru-RU" dirty="0"/>
              <a:t> для каждого жанра.</a:t>
            </a:r>
          </a:p>
          <a:p>
            <a:r>
              <a:rPr lang="ru-RU" dirty="0"/>
              <a:t>⬆️ Загрузка песен — пользователи могут добавлять свои MP3‑файлы.</a:t>
            </a:r>
          </a:p>
          <a:p>
            <a:r>
              <a:rPr lang="ru-RU" dirty="0"/>
              <a:t>✅ Валидация файлов — принимаются только MP3‑формат.</a:t>
            </a:r>
          </a:p>
          <a:p>
            <a:r>
              <a:rPr lang="ru-RU" dirty="0"/>
              <a:t>💬 </a:t>
            </a:r>
            <a:r>
              <a:rPr lang="ru-RU" dirty="0" err="1"/>
              <a:t>Флеш</a:t>
            </a:r>
            <a:r>
              <a:rPr lang="ru-RU" dirty="0"/>
              <a:t>‑сообщения — уведомления о статусе операций.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8840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35808-0B6E-48B4-AFA3-A57358CAE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На чём построено приложение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B51E1B-45E9-4864-B533-E2D6CD596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81067" cy="4351338"/>
          </a:xfrm>
        </p:spPr>
        <p:txBody>
          <a:bodyPr/>
          <a:lstStyle/>
          <a:p>
            <a:r>
              <a:rPr lang="ru-RU" b="1" dirty="0" err="1"/>
              <a:t>Python</a:t>
            </a:r>
            <a:r>
              <a:rPr lang="ru-RU" dirty="0"/>
              <a:t> — основной язык программирования.</a:t>
            </a:r>
          </a:p>
          <a:p>
            <a:r>
              <a:rPr lang="ru-RU" b="1" dirty="0" err="1"/>
              <a:t>Flask</a:t>
            </a:r>
            <a:r>
              <a:rPr lang="ru-RU" dirty="0"/>
              <a:t> — веб‑фреймворк для создания приложения.</a:t>
            </a:r>
          </a:p>
          <a:p>
            <a:r>
              <a:rPr lang="ru-RU" b="1" dirty="0"/>
              <a:t>HTML/CSS</a:t>
            </a:r>
            <a:r>
              <a:rPr lang="ru-RU" dirty="0"/>
              <a:t> — разметка и стилизация интерфейса.</a:t>
            </a:r>
          </a:p>
          <a:p>
            <a:r>
              <a:rPr lang="ru-RU" b="1" dirty="0"/>
              <a:t>JSON</a:t>
            </a:r>
            <a:r>
              <a:rPr lang="ru-RU" dirty="0"/>
              <a:t> — хранение данных о песнях и жанрах.</a:t>
            </a:r>
          </a:p>
          <a:p>
            <a:r>
              <a:rPr lang="ru-RU" b="1" dirty="0" err="1"/>
              <a:t>Werkzeug</a:t>
            </a:r>
            <a:r>
              <a:rPr lang="ru-RU" dirty="0"/>
              <a:t> — утилиты для работы с файлами.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25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0DC1C-2CEF-45D8-B361-E12F798A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1991"/>
            <a:ext cx="11353800" cy="1325563"/>
          </a:xfrm>
        </p:spPr>
        <p:txBody>
          <a:bodyPr/>
          <a:lstStyle/>
          <a:p>
            <a:r>
              <a:rPr lang="ru-RU" dirty="0"/>
              <a:t>Разбор приложения с фото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F8B38C-3813-4E1C-A2D1-4079DF7E0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0515600" cy="442700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1) Главная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B795D2-7F7B-4601-A440-92BFD8671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1690688"/>
            <a:ext cx="9245600" cy="459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DADF7-D352-48DF-90F0-B0CA1150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372278"/>
          </a:xfrm>
        </p:spPr>
        <p:txBody>
          <a:bodyPr/>
          <a:lstStyle/>
          <a:p>
            <a:r>
              <a:rPr lang="ru-RU" dirty="0"/>
              <a:t>Разбор приложения с фото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5D4FFD-A47E-4AF0-8760-95B1A96A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351338"/>
          </a:xfrm>
        </p:spPr>
        <p:txBody>
          <a:bodyPr/>
          <a:lstStyle/>
          <a:p>
            <a:r>
              <a:rPr lang="ru-RU" dirty="0"/>
              <a:t>2)Жанры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BBCB42-CCD5-4820-97D5-6F399B9E9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33" y="1825625"/>
            <a:ext cx="10244667" cy="507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7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9703F-280E-4F57-91EB-7D5D6718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Разбор приложения с фото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DAB2A7-3F4B-4FAA-BB6F-B678FA60D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05647"/>
            <a:ext cx="3378200" cy="4352352"/>
          </a:xfrm>
        </p:spPr>
        <p:txBody>
          <a:bodyPr>
            <a:normAutofit/>
          </a:bodyPr>
          <a:lstStyle/>
          <a:p>
            <a:r>
              <a:rPr lang="ru-RU" dirty="0"/>
              <a:t>2.1)Жанры-пример музыки, если пользователю этого не достаточно то там есть кнопки с ссылками на </a:t>
            </a:r>
            <a:r>
              <a:rPr lang="ru-RU" dirty="0" err="1"/>
              <a:t>вкмузыку</a:t>
            </a:r>
            <a:r>
              <a:rPr lang="ru-RU" dirty="0"/>
              <a:t>, где есть много популярных песен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FCFCD1-911F-4204-AA0D-9AA82CE27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2505648"/>
            <a:ext cx="8813800" cy="435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33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33CE5-4D75-4069-9DE7-11E988FF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Разбор приложения с фото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EFCD16-D1C3-44DA-9294-1BF63D721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78677"/>
            <a:ext cx="3217333" cy="4479322"/>
          </a:xfrm>
        </p:spPr>
        <p:txBody>
          <a:bodyPr/>
          <a:lstStyle/>
          <a:p>
            <a:r>
              <a:rPr lang="ru-RU" dirty="0"/>
              <a:t>3)Добавить песню, пользователь может добавить в приложение свои песни из файлов </a:t>
            </a:r>
            <a:r>
              <a:rPr lang="ru-RU" dirty="0" err="1"/>
              <a:t>пк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AA6598-2706-4C06-A637-BB1AAE042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415" y="2378677"/>
            <a:ext cx="8982252" cy="447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2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D5D26-0DE3-4D25-8A1D-E00680E9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CCFAF28-C197-4CC5-B8A0-88DE7F64D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824" y="1930400"/>
            <a:ext cx="4085723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2089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42</TotalTime>
  <Words>255</Words>
  <Application>Microsoft Office PowerPoint</Application>
  <PresentationFormat>Широкоэкранный</PresentationFormat>
  <Paragraphs>39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Trebuchet MS</vt:lpstr>
      <vt:lpstr>Wingdings 3</vt:lpstr>
      <vt:lpstr>YS Geo</vt:lpstr>
      <vt:lpstr>Аспект</vt:lpstr>
      <vt:lpstr>🏛️ Музей музыки </vt:lpstr>
      <vt:lpstr>Зачем нужен «Музей музыки»?  </vt:lpstr>
      <vt:lpstr>Зачем нужен «Музей музыки»?</vt:lpstr>
      <vt:lpstr>Зачем нужен «Музей музыки»?</vt:lpstr>
      <vt:lpstr>Что умеет приложение?</vt:lpstr>
      <vt:lpstr> На чём построено приложение</vt:lpstr>
      <vt:lpstr>Разбор приложения с фото</vt:lpstr>
      <vt:lpstr>Разбор приложения с фото</vt:lpstr>
      <vt:lpstr>Разбор приложения с фото</vt:lpstr>
      <vt:lpstr>Разбор приложения с фото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🏛️ Музей музыки </dc:title>
  <dc:creator>Admin</dc:creator>
  <cp:lastModifiedBy>Admin</cp:lastModifiedBy>
  <cp:revision>1</cp:revision>
  <dcterms:created xsi:type="dcterms:W3CDTF">2026-05-16T09:20:06Z</dcterms:created>
  <dcterms:modified xsi:type="dcterms:W3CDTF">2026-05-16T10:02:10Z</dcterms:modified>
</cp:coreProperties>
</file>